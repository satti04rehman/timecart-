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TimeCart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9D3E0"/>
                </a:solidFill>
                <a:latin typeface="Arial"/>
              </a:rPr>
              <a:t>Premium watch e-commerce platform — Next.js 16, Supabase, Prisma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7B8"/>
                </a:solidFill>
                <a:latin typeface="Arial"/>
              </a:rPr>
              <a:t>Documentation Team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333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>
                <a:solidFill>
                  <a:srgbClr val="2B2B2B"/>
                </a:solidFill>
                <a:latin typeface="Arial"/>
              </a:rPr>
              <a:t>• What it is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>
                <a:solidFill>
                  <a:srgbClr val="2B2B2B"/>
                </a:solidFill>
                <a:latin typeface="Arial"/>
              </a:rPr>
              <a:t>• System architecture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>
                <a:solidFill>
                  <a:srgbClr val="2B2B2B"/>
                </a:solidFill>
                <a:latin typeface="Arial"/>
              </a:rPr>
              <a:t>• Key features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>
                <a:solidFill>
                  <a:srgbClr val="2B2B2B"/>
                </a:solidFill>
                <a:latin typeface="Arial"/>
              </a:rPr>
              <a:t>• Database design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>
                <a:solidFill>
                  <a:srgbClr val="2B2B2B"/>
                </a:solidFill>
                <a:latin typeface="Arial"/>
              </a:rPr>
              <a:t>• Workflows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>
                <a:solidFill>
                  <a:srgbClr val="2B2B2B"/>
                </a:solidFill>
                <a:latin typeface="Arial"/>
              </a:rPr>
              <a:t>• API surface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900" b="0">
                <a:solidFill>
                  <a:srgbClr val="2B2B2B"/>
                </a:solidFill>
                <a:latin typeface="Arial"/>
              </a:rPr>
              <a:t>• Testing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64592" cy="100584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601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333"/>
                </a:solidFill>
                <a:latin typeface="Arial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Arial"/>
              </a:rPr>
              <a:t>• Premium watch storefront: browse, search, cart, checkout, tracking, reviews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Arial"/>
              </a:rPr>
              <a:t>• Customer and admin experiences in one Next.js app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Arial"/>
              </a:rPr>
              <a:t>• Auth via Supabase, relational data in Postgres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Arial"/>
              </a:rPr>
              <a:t>• Email notifications via Resend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64592" cy="100584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601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333"/>
                </a:solidFill>
                <a:latin typeface="Arial"/>
              </a:rPr>
              <a:t>System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489" y="1280160"/>
            <a:ext cx="6662542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07024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Client → Next.js app → Supabase (Postgres / Auth / Storage) + Resend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333"/>
                </a:solidFill>
                <a:latin typeface="Arial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2B2B2B"/>
                </a:solidFill>
                <a:latin typeface="Arial"/>
              </a:rPr>
              <a:t>• Wishlist &amp; cart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2B2B2B"/>
                </a:solidFill>
                <a:latin typeface="Arial"/>
              </a:rPr>
              <a:t>• Orders with full status lifecycle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2B2B2B"/>
                </a:solidFill>
                <a:latin typeface="Arial"/>
              </a:rPr>
              <a:t>• Product reviews with images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2B2B2B"/>
                </a:solidFill>
                <a:latin typeface="Arial"/>
              </a:rPr>
              <a:t>• Coupon system + usage tracking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2B2B2B"/>
                </a:solidFill>
                <a:latin typeface="Arial"/>
              </a:rPr>
              <a:t>• Admin: products, coupons, orders, customers</a:t>
            </a:r>
          </a:p>
        </p:txBody>
      </p:sp>
      <p:pic>
        <p:nvPicPr>
          <p:cNvPr id="5" name="Picture 4" descr="use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52242"/>
            <a:ext cx="5669280" cy="2576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181344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Use case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64592" cy="100584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601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333"/>
                </a:solidFill>
                <a:latin typeface="Arial"/>
              </a:rPr>
              <a:t>Entity Relationship Diagram</a:t>
            </a:r>
          </a:p>
        </p:txBody>
      </p:sp>
      <p:pic>
        <p:nvPicPr>
          <p:cNvPr id="4" name="Picture 3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64527"/>
            <a:ext cx="10515599" cy="28032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07024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23 tables, 10 enums (Prisma schema)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333"/>
                </a:solidFill>
                <a:latin typeface="Arial"/>
              </a:rPr>
              <a:t>Core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64592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00891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User /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accounts, roles, contact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Product / Variant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catalog + stock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Order / OrderItem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purchases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Payment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order settlement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product feedback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Coupon / CouponUsage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discounts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926080"/>
            <a:ext cx="164592" cy="100584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601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Workflows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333"/>
                </a:solidFill>
                <a:latin typeface="Arial"/>
              </a:rPr>
              <a:t>Authentication &amp; Session</a:t>
            </a:r>
          </a:p>
        </p:txBody>
      </p:sp>
      <p:pic>
        <p:nvPicPr>
          <p:cNvPr id="4" name="Picture 3" descr="sequenc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797" y="1280160"/>
            <a:ext cx="833592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907024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Arial"/>
              </a:rPr>
              <a:t>Login → Supabase Auth → session → data access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C9D3E0"/>
                </a:solidFill>
                <a:latin typeface="Arial"/>
              </a:rPr>
              <a:t>TimeCart — Where Time Meets 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